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56986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812151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9009853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5213069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798045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00395375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6775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53006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81883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534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30518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18191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427DE4-3D4A-5D3F-6484-AD02A0686B1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4560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3009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24503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2E36F07-F1AC-4D9A-9E3F-0F00C5EEAC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4193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21699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387398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D0BE8-438D-0AF5-8698-2CF1911024E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4668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70004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94580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3D0D-ADAD-46E3-9D29-A793FD1377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96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24990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46641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562FC7-1826-1DD5-9F04-88DE7AC2A7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3814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1874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8610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AC8D85-CC30-CA56-91FF-35E212603E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3756018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232574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90305867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0699927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6281854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42675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875616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049173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485080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80444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8441091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5558903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2081008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25737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8671256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8130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3223444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0438114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57348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663888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094429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9038145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02479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29591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7394092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4285908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3046418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656660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7994085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20733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2688462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4526516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576049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072846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95860458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4128540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879046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8685683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044153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0110876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2197936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6601379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63473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21798374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23855814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351382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16097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328749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358634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2782612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3339761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051861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0845104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50809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3506691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88587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196284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27961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25793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9578997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380648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6360096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7894839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github.com/LeonidMehonoshin/PIZZ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3226389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273610" y="263338"/>
            <a:ext cx="11644779" cy="6331323"/>
          </a:xfrm>
          <a:prstGeom prst="flowChartAlternateProcess">
            <a:avLst/>
          </a:prstGeom>
          <a:solidFill>
            <a:schemeClr val="accent6">
              <a:lumMod val="40000"/>
              <a:lumOff val="60000"/>
              <a:alpha val="9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ctr">
              <a:defRPr/>
            </a:pPr>
            <a:r>
              <a:rPr lang="ru-RU" sz="4800" b="1" i="0"/>
              <a:t>Название</a:t>
            </a:r>
            <a:r>
              <a:rPr lang="en-US" sz="4800" b="1" i="0"/>
              <a:t> </a:t>
            </a:r>
            <a:r>
              <a:rPr lang="ru-RU" sz="4800" b="1"/>
              <a:t>проекта</a:t>
            </a:r>
            <a:r>
              <a:rPr lang="en-US" sz="4800" b="1"/>
              <a:t>:</a:t>
            </a:r>
            <a:r>
              <a:rPr lang="ru-RU" sz="4800" b="1"/>
              <a:t> </a:t>
            </a:r>
            <a:r>
              <a:rPr lang="en-US" sz="4800" b="1" i="0" u="none">
                <a:solidFill>
                  <a:schemeClr val="accent3">
                    <a:lumMod val="75000"/>
                  </a:schemeClr>
                </a:solidFill>
              </a:rPr>
              <a:t>PIZZA</a:t>
            </a:r>
            <a:r>
              <a:rPr lang="ru-RU" sz="4800" b="1"/>
              <a:t>.</a:t>
            </a:r>
            <a:br>
              <a:rPr lang="ru-RU" sz="4800" b="1"/>
            </a:br>
            <a:r>
              <a:rPr lang="ru-RU" sz="4800" b="1"/>
              <a:t>Автор</a:t>
            </a:r>
            <a:r>
              <a:rPr lang="en-US" sz="4800" b="1"/>
              <a:t>: </a:t>
            </a:r>
            <a:r>
              <a:rPr lang="ru-RU" sz="4800" b="1" u="none">
                <a:solidFill>
                  <a:schemeClr val="accent3">
                    <a:lumMod val="75000"/>
                  </a:schemeClr>
                </a:solidFill>
              </a:rPr>
              <a:t>Мехоношин Леонид</a:t>
            </a:r>
            <a:r>
              <a:rPr lang="en-US" sz="4800" b="1" u="none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ru-RU" sz="4800" b="1" u="none">
                <a:solidFill>
                  <a:schemeClr val="accent3">
                    <a:lumMod val="75000"/>
                  </a:schemeClr>
                </a:solidFill>
              </a:rPr>
              <a:t>Александрович (ИИ-72)</a:t>
            </a:r>
            <a:r>
              <a:rPr lang="ru-RU" sz="4800" b="1"/>
              <a:t>.</a:t>
            </a:r>
            <a:br>
              <a:rPr lang="en-US" sz="4800" b="1"/>
            </a:br>
            <a:r>
              <a:rPr lang="ru-RU" sz="4800" b="1"/>
              <a:t>Цель</a:t>
            </a:r>
            <a:r>
              <a:rPr lang="en-US" sz="4800" b="1"/>
              <a:t>: </a:t>
            </a:r>
            <a:r>
              <a:rPr lang="en-US" sz="4800" b="1">
                <a:solidFill>
                  <a:schemeClr val="accent3">
                    <a:lumMod val="75000"/>
                  </a:schemeClr>
                </a:solidFill>
              </a:rPr>
              <a:t>C</a:t>
            </a:r>
            <a:r>
              <a:rPr lang="ru-RU" sz="4800" b="1">
                <a:solidFill>
                  <a:schemeClr val="accent3">
                    <a:lumMod val="75000"/>
                  </a:schemeClr>
                </a:solidFill>
              </a:rPr>
              <a:t>делать простую</a:t>
            </a:r>
            <a:r>
              <a:rPr lang="en-US" sz="4800" b="1">
                <a:solidFill>
                  <a:schemeClr val="accent3">
                    <a:lumMod val="75000"/>
                  </a:schemeClr>
                </a:solidFill>
              </a:rPr>
              <a:t>, </a:t>
            </a:r>
            <a:r>
              <a:rPr lang="ru-RU" sz="4800" b="1">
                <a:solidFill>
                  <a:schemeClr val="accent3">
                    <a:lumMod val="75000"/>
                  </a:schemeClr>
                </a:solidFill>
              </a:rPr>
              <a:t>но интересную игру где пользователь сможет купить пиццу</a:t>
            </a:r>
            <a:r>
              <a:rPr lang="en-US" sz="4800" b="1">
                <a:solidFill>
                  <a:schemeClr val="accent3">
                    <a:lumMod val="75000"/>
                  </a:schemeClr>
                </a:solidFill>
              </a:rPr>
              <a:t>, </a:t>
            </a:r>
            <a:r>
              <a:rPr lang="ru-RU" sz="4800" b="1">
                <a:solidFill>
                  <a:schemeClr val="accent3">
                    <a:lumMod val="75000"/>
                  </a:schemeClr>
                </a:solidFill>
              </a:rPr>
              <a:t>которую сам захочет</a:t>
            </a:r>
            <a:r>
              <a:rPr lang="ru-RU" sz="4800" b="1"/>
              <a:t>.</a:t>
            </a:r>
            <a:endParaRPr sz="48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750988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0" y="0"/>
            <a:ext cx="6929926" cy="2997573"/>
          </a:xfrm>
          <a:prstGeom prst="flowChartAlternateProcess">
            <a:avLst/>
          </a:prstGeom>
          <a:solidFill>
            <a:schemeClr val="accent5">
              <a:lumMod val="60000"/>
              <a:lumOff val="40000"/>
              <a:alpha val="9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5000" lnSpcReduction="1000"/>
          </a:bodyPr>
          <a:lstStyle/>
          <a:p>
            <a:pPr algn="just">
              <a:defRPr/>
            </a:pPr>
            <a:r>
              <a:rPr lang="ru-RU" sz="2800" b="1" i="0"/>
              <a:t>Описание</a:t>
            </a:r>
            <a:r>
              <a:rPr lang="en-US" sz="2800" b="1" i="0"/>
              <a:t>:</a:t>
            </a:r>
            <a:r>
              <a:rPr lang="ru-RU" sz="2800" b="1" i="0"/>
              <a:t> </a:t>
            </a:r>
            <a:r>
              <a:rPr lang="ru-RU" sz="2800" b="0" i="0"/>
              <a:t>С</a:t>
            </a:r>
            <a:r>
              <a:rPr lang="ru-RU" sz="2800"/>
              <a:t>начала пользователь вводит свои данные в терминале</a:t>
            </a:r>
            <a:r>
              <a:rPr lang="en-US" sz="2800"/>
              <a:t>, </a:t>
            </a:r>
            <a:r>
              <a:rPr lang="ru-RU" sz="2800"/>
              <a:t>потом открывается окно для выбора пиццы и ему выводится чек</a:t>
            </a:r>
            <a:r>
              <a:rPr lang="en-US" sz="2800"/>
              <a:t>, </a:t>
            </a:r>
            <a:r>
              <a:rPr lang="ru-RU" sz="2800"/>
              <a:t>в конце продавец благодарит за покупку и прощается с пользователем через терминал.</a:t>
            </a:r>
            <a:endParaRPr sz="2800"/>
          </a:p>
        </p:txBody>
      </p:sp>
      <p:pic>
        <p:nvPicPr>
          <p:cNvPr id="3813213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690970" y="0"/>
            <a:ext cx="4501029" cy="3665537"/>
          </a:xfrm>
          <a:prstGeom prst="rect">
            <a:avLst/>
          </a:prstGeom>
        </p:spPr>
      </p:pic>
      <p:pic>
        <p:nvPicPr>
          <p:cNvPr id="181819825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699352" y="3199288"/>
            <a:ext cx="4492647" cy="3658711"/>
          </a:xfrm>
          <a:prstGeom prst="rect">
            <a:avLst/>
          </a:prstGeom>
        </p:spPr>
      </p:pic>
      <p:pic>
        <p:nvPicPr>
          <p:cNvPr id="1363901244" name=""/>
          <p:cNvPicPr>
            <a:picLocks noChangeAspect="1"/>
          </p:cNvPicPr>
          <p:nvPr/>
        </p:nvPicPr>
        <p:blipFill>
          <a:blip r:embed="rId5">
            <a:alphaModFix amt="70000"/>
          </a:blip>
          <a:stretch/>
        </p:blipFill>
        <p:spPr bwMode="auto">
          <a:xfrm flipH="0" flipV="0">
            <a:off x="1657536" y="3210661"/>
            <a:ext cx="4762499" cy="3480713"/>
          </a:xfrm>
          <a:prstGeom prst="rect">
            <a:avLst/>
          </a:prstGeom>
          <a:noFill/>
          <a:ln w="76199">
            <a:noFill/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2079786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0" y="50426"/>
            <a:ext cx="7598833" cy="6807573"/>
          </a:xfrm>
          <a:prstGeom prst="flowChartAlternateProcess">
            <a:avLst/>
          </a:prstGeom>
          <a:solidFill>
            <a:schemeClr val="accent4">
              <a:lumMod val="40000"/>
              <a:lumOff val="60000"/>
              <a:alpha val="9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just">
              <a:defRPr/>
            </a:pPr>
            <a:r>
              <a:rPr lang="ru-RU" sz="2800" b="1" i="0"/>
              <a:t>Код на 97% написан мною</a:t>
            </a:r>
            <a:r>
              <a:rPr lang="en-US" sz="2800" b="1" i="0"/>
              <a:t>, </a:t>
            </a:r>
            <a:r>
              <a:rPr lang="ru-RU" sz="2800" b="1" i="0"/>
              <a:t>но некоторое я взял с интернета.</a:t>
            </a:r>
            <a:br>
              <a:rPr lang="ru-RU" sz="2800" b="1" i="0"/>
            </a:br>
            <a:r>
              <a:rPr lang="ru-RU" sz="2800" b="1" i="0"/>
              <a:t>В начале я запрашиваю у пользователя данные и проверяю и</a:t>
            </a:r>
            <a:r>
              <a:rPr lang="ru-RU" sz="2800" b="1" i="0"/>
              <a:t>х на правильность</a:t>
            </a:r>
            <a:r>
              <a:rPr lang="en-US" sz="2800" b="1" i="0"/>
              <a:t>, </a:t>
            </a:r>
            <a:r>
              <a:rPr lang="ru-RU" sz="2800" b="1" i="0"/>
              <a:t>позже создаю новое окно благодаря </a:t>
            </a:r>
            <a:r>
              <a:rPr lang="en-US" sz="2800" b="1" i="0"/>
              <a:t>pygame.</a:t>
            </a:r>
            <a:endParaRPr sz="2800"/>
          </a:p>
        </p:txBody>
      </p:sp>
      <p:pic>
        <p:nvPicPr>
          <p:cNvPr id="189537779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598833" y="0"/>
            <a:ext cx="459316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1207462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0" y="50426"/>
            <a:ext cx="5390444" cy="6807573"/>
          </a:xfrm>
          <a:prstGeom prst="flowChartAlternateProcess">
            <a:avLst/>
          </a:prstGeom>
          <a:solidFill>
            <a:schemeClr val="accent3">
              <a:lumMod val="60000"/>
              <a:lumOff val="40000"/>
              <a:alpha val="9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just">
              <a:defRPr/>
            </a:pPr>
            <a:r>
              <a:rPr lang="ru-RU" sz="2800" b="1" i="0"/>
              <a:t>Далее я</a:t>
            </a:r>
            <a:r>
              <a:rPr lang="ru-RU" sz="2800" b="1"/>
              <a:t> делю</a:t>
            </a:r>
            <a:r>
              <a:rPr lang="ru-RU" sz="2800" b="1"/>
              <a:t> игру на несколько </a:t>
            </a:r>
            <a:r>
              <a:rPr lang="en-US" sz="2800" b="1"/>
              <a:t>“</a:t>
            </a:r>
            <a:r>
              <a:rPr lang="ru-RU" sz="2800" b="1"/>
              <a:t>экранов</a:t>
            </a:r>
            <a:r>
              <a:rPr lang="en-US" sz="2800" b="1"/>
              <a:t>” </a:t>
            </a:r>
            <a:r>
              <a:rPr lang="ru-RU" sz="2800" b="1"/>
              <a:t>где пользователь с помощью стрелочек и </a:t>
            </a:r>
            <a:r>
              <a:rPr lang="en-US" sz="2800" b="1"/>
              <a:t>RETURN </a:t>
            </a:r>
            <a:r>
              <a:rPr lang="ru-RU" sz="2800" b="1"/>
              <a:t>(</a:t>
            </a:r>
            <a:r>
              <a:rPr lang="ru-RU" sz="2800" b="1"/>
              <a:t>или </a:t>
            </a:r>
            <a:r>
              <a:rPr lang="en-US" sz="2800" b="1"/>
              <a:t>ENTER</a:t>
            </a:r>
            <a:r>
              <a:rPr lang="ru-RU" sz="2800" b="1"/>
              <a:t>)</a:t>
            </a:r>
            <a:r>
              <a:rPr lang="en-US" sz="2800" b="1"/>
              <a:t> </a:t>
            </a:r>
            <a:r>
              <a:rPr lang="ru-RU" sz="2800" b="1"/>
              <a:t>может настроить заказ.</a:t>
            </a:r>
            <a:br>
              <a:rPr lang="ru-RU" sz="2800" b="1"/>
            </a:br>
            <a:r>
              <a:rPr lang="ru-RU" sz="2800" b="1"/>
              <a:t>В переменной </a:t>
            </a:r>
            <a:r>
              <a:rPr lang="en-US" sz="2800" b="1"/>
              <a:t>string_number </a:t>
            </a:r>
            <a:r>
              <a:rPr lang="ru-RU" sz="2800" b="1"/>
              <a:t>я храню номер строки</a:t>
            </a:r>
            <a:r>
              <a:rPr lang="en-US" sz="2800" b="1"/>
              <a:t>, </a:t>
            </a:r>
            <a:r>
              <a:rPr lang="ru-RU" sz="2800" b="1"/>
              <a:t>которая сейчас может изменятся на </a:t>
            </a:r>
            <a:r>
              <a:rPr lang="en-US" sz="2800" b="1"/>
              <a:t>LEFT </a:t>
            </a:r>
            <a:r>
              <a:rPr lang="ru-RU" sz="2800" b="1"/>
              <a:t>и </a:t>
            </a:r>
            <a:r>
              <a:rPr lang="en-US" sz="2800" b="1"/>
              <a:t>RIGHT </a:t>
            </a:r>
            <a:r>
              <a:rPr lang="ru-RU" sz="2800" b="1"/>
              <a:t>клавиши.</a:t>
            </a:r>
            <a:br>
              <a:rPr lang="ru-RU" sz="2800" b="1"/>
            </a:br>
            <a:r>
              <a:rPr lang="ru-RU" sz="2800" b="1"/>
              <a:t>Если пользователь нажмет </a:t>
            </a:r>
            <a:r>
              <a:rPr lang="en-US" sz="2800" b="1"/>
              <a:t>RETURN</a:t>
            </a:r>
            <a:r>
              <a:rPr lang="en-US" sz="2800" b="1"/>
              <a:t>, </a:t>
            </a:r>
            <a:r>
              <a:rPr lang="ru-RU" sz="2800" b="1"/>
              <a:t>то его перекинет на следующий </a:t>
            </a:r>
            <a:r>
              <a:rPr lang="en-US" sz="2800" b="1"/>
              <a:t>“</a:t>
            </a:r>
            <a:r>
              <a:rPr lang="ru-RU" sz="2800" b="1"/>
              <a:t>экран</a:t>
            </a:r>
            <a:r>
              <a:rPr lang="en-US" sz="2800" b="1"/>
              <a:t>”.</a:t>
            </a:r>
            <a:endParaRPr sz="2800"/>
          </a:p>
        </p:txBody>
      </p:sp>
      <p:pic>
        <p:nvPicPr>
          <p:cNvPr id="4531398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90444" y="0"/>
            <a:ext cx="680155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3132783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0" y="50426"/>
            <a:ext cx="4325055" cy="6807573"/>
          </a:xfrm>
          <a:prstGeom prst="flowChartAlternateProcess">
            <a:avLst/>
          </a:prstGeom>
          <a:solidFill>
            <a:schemeClr val="accent2">
              <a:lumMod val="60000"/>
              <a:lumOff val="40000"/>
              <a:alpha val="9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5000" lnSpcReduction="1000"/>
          </a:bodyPr>
          <a:lstStyle/>
          <a:p>
            <a:pPr algn="just">
              <a:defRPr/>
            </a:pPr>
            <a:r>
              <a:rPr lang="ru-RU" sz="2800" b="1" i="0"/>
              <a:t>На этом этапе видно как пользователя опрашивают и выводят ему чек</a:t>
            </a:r>
            <a:r>
              <a:rPr lang="en-US" sz="2800" b="1" i="0"/>
              <a:t>. </a:t>
            </a:r>
            <a:r>
              <a:rPr lang="ru-RU" sz="2800" b="1" i="0"/>
              <a:t>Я добавил шутку</a:t>
            </a:r>
            <a:r>
              <a:rPr lang="en-US" sz="2800" b="1" i="0"/>
              <a:t>,</a:t>
            </a:r>
            <a:r>
              <a:rPr lang="ru-RU" sz="2800" b="1" i="0"/>
              <a:t> которая выведется</a:t>
            </a:r>
            <a:r>
              <a:rPr lang="en-US" sz="2800" b="1" i="0"/>
              <a:t>, </a:t>
            </a:r>
            <a:r>
              <a:rPr lang="ru-RU" sz="2800" b="1" i="0"/>
              <a:t>если пользователь выберет кастомную пиццу и все ингредиенты поставит на </a:t>
            </a:r>
            <a:r>
              <a:rPr lang="en-US" sz="2800" b="1" i="0"/>
              <a:t>0</a:t>
            </a:r>
            <a:r>
              <a:rPr lang="en-US" sz="2800" b="1" i="0"/>
              <a:t>: </a:t>
            </a:r>
            <a:r>
              <a:rPr lang="ru-RU" sz="2800" b="1" i="0"/>
              <a:t>тогда на этапе вывода чека появится зелёная надпись</a:t>
            </a:r>
            <a:r>
              <a:rPr lang="en-US" sz="2800" b="1" i="0"/>
              <a:t> “(</a:t>
            </a:r>
            <a:r>
              <a:rPr lang="ru-RU" sz="2800" b="1" i="0"/>
              <a:t>вам дали пустую лепёшку</a:t>
            </a:r>
            <a:r>
              <a:rPr lang="en-US" sz="2800" b="1" i="0"/>
              <a:t>?)”.</a:t>
            </a:r>
            <a:endParaRPr sz="2800"/>
          </a:p>
        </p:txBody>
      </p:sp>
      <p:pic>
        <p:nvPicPr>
          <p:cNvPr id="9642607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325055" y="0"/>
            <a:ext cx="7866944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8962003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0" y="0"/>
            <a:ext cx="4301083" cy="6858000"/>
          </a:xfrm>
          <a:prstGeom prst="flowChartAlternateProcess">
            <a:avLst/>
          </a:prstGeom>
          <a:solidFill>
            <a:srgbClr val="D6A9A9">
              <a:alpha val="99999"/>
            </a:srgbClr>
          </a:solidFill>
          <a:ln w="76199">
            <a:noFill/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just">
              <a:defRPr/>
            </a:pPr>
            <a:r>
              <a:rPr lang="ru-RU" sz="2600" b="1" i="0"/>
              <a:t>В конце с помощью декоратора я запускаю основную функцию</a:t>
            </a:r>
            <a:r>
              <a:rPr lang="en-US" sz="2600" b="1" i="0"/>
              <a:t>, </a:t>
            </a:r>
            <a:r>
              <a:rPr lang="ru-RU" sz="2600" b="1" i="0"/>
              <a:t>передавая</a:t>
            </a:r>
            <a:r>
              <a:rPr lang="ru-RU" sz="2600" b="1" i="0"/>
              <a:t> ей функцию </a:t>
            </a:r>
            <a:r>
              <a:rPr lang="en-US" sz="2600" b="1" i="0"/>
              <a:t>“label_print()”</a:t>
            </a:r>
            <a:r>
              <a:rPr lang="ru-RU" sz="2600" b="1" i="0"/>
              <a:t>.</a:t>
            </a:r>
            <a:br>
              <a:rPr lang="ru-RU" sz="2600" b="1" i="0"/>
            </a:br>
            <a:r>
              <a:rPr lang="ru-RU" sz="2600" b="1" i="0"/>
              <a:t>Также я создаю две </a:t>
            </a:r>
            <a:r>
              <a:rPr lang="en-US" sz="26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“</a:t>
            </a:r>
            <a:r>
              <a:rPr lang="ru-RU" sz="26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псевдоасинхронные</a:t>
            </a:r>
            <a:r>
              <a:rPr lang="en-US" sz="2600" b="1"/>
              <a:t>”</a:t>
            </a:r>
            <a:r>
              <a:rPr lang="ru-RU" sz="2600" b="1"/>
              <a:t> </a:t>
            </a:r>
            <a:r>
              <a:rPr lang="ru-RU" sz="2600" b="1"/>
              <a:t>функции благодаря </a:t>
            </a:r>
            <a:r>
              <a:rPr lang="en-US" sz="2600" b="1"/>
              <a:t>asyncio.</a:t>
            </a:r>
            <a:r>
              <a:rPr lang="ru-RU" sz="2600" b="1"/>
              <a:t> </a:t>
            </a:r>
            <a:r>
              <a:rPr lang="ru-RU" sz="2600" b="1"/>
              <a:t>На этом этапе программа завершает свое выполнение.</a:t>
            </a:r>
            <a:endParaRPr sz="2800" b="1"/>
          </a:p>
        </p:txBody>
      </p:sp>
      <p:pic>
        <p:nvPicPr>
          <p:cNvPr id="1526969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301083" y="0"/>
            <a:ext cx="789091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613952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403867" y="377264"/>
            <a:ext cx="11384264" cy="6103470"/>
          </a:xfrm>
          <a:prstGeom prst="flowChartAlternateProcess">
            <a:avLst/>
          </a:prstGeom>
          <a:solidFill>
            <a:schemeClr val="bg2">
              <a:lumMod val="90000"/>
              <a:alpha val="9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ctr">
              <a:defRPr/>
            </a:pPr>
            <a:r>
              <a:rPr lang="ru-RU" sz="2600" b="1" i="0">
                <a:solidFill>
                  <a:schemeClr val="tx1"/>
                </a:solidFill>
              </a:rPr>
              <a:t>Ссылка на </a:t>
            </a:r>
            <a:r>
              <a:rPr lang="en-US" sz="2600" b="1" i="0">
                <a:solidFill>
                  <a:schemeClr val="tx1"/>
                </a:solidFill>
              </a:rPr>
              <a:t>GITHUB </a:t>
            </a:r>
            <a:r>
              <a:rPr lang="ru-RU" sz="2600" b="1" i="0">
                <a:solidFill>
                  <a:schemeClr val="tx1"/>
                </a:solidFill>
              </a:rPr>
              <a:t>проекта</a:t>
            </a:r>
            <a:r>
              <a:rPr lang="en-US" sz="2600" b="1" i="0">
                <a:solidFill>
                  <a:schemeClr val="tx1"/>
                </a:solidFill>
              </a:rPr>
              <a:t>:</a:t>
            </a:r>
            <a:r>
              <a:rPr lang="en-US" sz="2600" b="1" i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r>
              <a:rPr lang="en-US" sz="2600" b="1" i="0" u="sng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  <a:hlinkClick r:id="rId3" tooltip=""/>
              </a:rPr>
              <a:t>https://github.com/LeonidMehonoshin/PIZZA</a:t>
            </a:r>
            <a:endParaRPr sz="2800" b="1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ONLYOFFICE/9.0.0.172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2025-11-27T05:21:29Z</dcterms:modified>
</cp:coreProperties>
</file>