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03711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48915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3944815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143149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492920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256953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50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51506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90439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65474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551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4017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427DE4-3D4A-5D3F-6484-AD02A0686B1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827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6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7592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E36F07-F1AC-4D9A-9E3F-0F00C5EEAC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6815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95328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718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AC8D85-CC30-CA56-91FF-35E212603E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04155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1468394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666727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001893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28227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78848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439199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3297469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10212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23245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6324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729304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92873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501025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02936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0442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2854539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491701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36498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005776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951718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0453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85262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6721508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845050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6745247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719653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924994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627735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3836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346232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15036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7049527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13348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5319922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115514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165818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0462687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0111041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7695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560003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281989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03104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753646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219946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398373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101772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007383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4112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3293107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78159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502318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46655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32012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352742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71015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189481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2138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279662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295073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970517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4958477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958702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hyperlink" Target="https://github.com/LeonidMehonoshin/PIZZ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845466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73610" y="263338"/>
            <a:ext cx="11644779" cy="6331323"/>
          </a:xfrm>
          <a:prstGeom prst="flowChartAlternateProcess">
            <a:avLst/>
          </a:prstGeom>
          <a:solidFill>
            <a:schemeClr val="accent6">
              <a:lumMod val="40000"/>
              <a:lumOff val="60000"/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ru-RU" sz="4800" b="1" i="0">
                <a:solidFill>
                  <a:schemeClr val="bg1"/>
                </a:solidFill>
              </a:rPr>
              <a:t>Название</a:t>
            </a:r>
            <a:r>
              <a:rPr lang="en-US" sz="4800" b="1" i="0">
                <a:solidFill>
                  <a:schemeClr val="bg1"/>
                </a:solidFill>
              </a:rPr>
              <a:t> </a:t>
            </a:r>
            <a:r>
              <a:rPr lang="ru-RU" sz="4800" b="1">
                <a:solidFill>
                  <a:schemeClr val="bg1"/>
                </a:solidFill>
              </a:rPr>
              <a:t>проекта</a:t>
            </a:r>
            <a:r>
              <a:rPr lang="en-US" sz="4800" b="1">
                <a:solidFill>
                  <a:schemeClr val="bg1"/>
                </a:solidFill>
              </a:rPr>
              <a:t>:</a:t>
            </a:r>
            <a:r>
              <a:rPr lang="ru-RU" sz="4800" b="1">
                <a:solidFill>
                  <a:schemeClr val="bg1"/>
                </a:solidFill>
              </a:rPr>
              <a:t> </a:t>
            </a:r>
            <a:r>
              <a:rPr lang="en-US" sz="4800" b="0" i="0" u="none">
                <a:solidFill>
                  <a:schemeClr val="bg1"/>
                </a:solidFill>
              </a:rPr>
              <a:t>PIZZA</a:t>
            </a:r>
            <a:r>
              <a:rPr lang="ru-RU" sz="4800" b="0">
                <a:solidFill>
                  <a:schemeClr val="bg1"/>
                </a:solidFill>
              </a:rPr>
              <a:t>.</a:t>
            </a:r>
            <a:br>
              <a:rPr lang="ru-RU" sz="4800" b="0">
                <a:solidFill>
                  <a:schemeClr val="bg1"/>
                </a:solidFill>
              </a:rPr>
            </a:br>
            <a:r>
              <a:rPr lang="ru-RU" sz="4800" b="1">
                <a:solidFill>
                  <a:schemeClr val="bg1"/>
                </a:solidFill>
              </a:rPr>
              <a:t>Автор</a:t>
            </a:r>
            <a:r>
              <a:rPr lang="en-US" sz="4800" b="1">
                <a:solidFill>
                  <a:schemeClr val="bg1"/>
                </a:solidFill>
              </a:rPr>
              <a:t>: </a:t>
            </a:r>
            <a:r>
              <a:rPr lang="ru-RU" sz="4800" b="0" u="none">
                <a:solidFill>
                  <a:schemeClr val="bg1"/>
                </a:solidFill>
              </a:rPr>
              <a:t>Мехоношин Леонид</a:t>
            </a:r>
            <a:r>
              <a:rPr lang="en-US" sz="4800" b="0" u="none">
                <a:solidFill>
                  <a:schemeClr val="bg1"/>
                </a:solidFill>
              </a:rPr>
              <a:t> </a:t>
            </a:r>
            <a:r>
              <a:rPr lang="ru-RU" sz="4800" b="0" u="none">
                <a:solidFill>
                  <a:schemeClr val="bg1"/>
                </a:solidFill>
              </a:rPr>
              <a:t>Александрович (ИИ-72)</a:t>
            </a:r>
            <a:r>
              <a:rPr lang="ru-RU" sz="4800" b="0">
                <a:solidFill>
                  <a:schemeClr val="bg1"/>
                </a:solidFill>
              </a:rPr>
              <a:t>.</a:t>
            </a:r>
            <a:br>
              <a:rPr lang="en-US" sz="4800" b="0">
                <a:solidFill>
                  <a:schemeClr val="bg1"/>
                </a:solidFill>
              </a:rPr>
            </a:br>
            <a:r>
              <a:rPr lang="ru-RU" sz="4800" b="1">
                <a:solidFill>
                  <a:schemeClr val="bg1"/>
                </a:solidFill>
              </a:rPr>
              <a:t>Цель</a:t>
            </a:r>
            <a:r>
              <a:rPr lang="en-US" sz="4800" b="1">
                <a:solidFill>
                  <a:schemeClr val="bg1"/>
                </a:solidFill>
              </a:rPr>
              <a:t>: </a:t>
            </a:r>
            <a:r>
              <a:rPr lang="en-US" sz="4800" b="0">
                <a:solidFill>
                  <a:schemeClr val="bg1"/>
                </a:solidFill>
              </a:rPr>
              <a:t>C</a:t>
            </a:r>
            <a:r>
              <a:rPr lang="ru-RU" sz="4800" b="0">
                <a:solidFill>
                  <a:schemeClr val="bg1"/>
                </a:solidFill>
              </a:rPr>
              <a:t>делать простую</a:t>
            </a:r>
            <a:r>
              <a:rPr lang="en-US" sz="4800" b="0">
                <a:solidFill>
                  <a:schemeClr val="bg1"/>
                </a:solidFill>
              </a:rPr>
              <a:t>,</a:t>
            </a:r>
            <a:r>
              <a:rPr lang="ru-RU" sz="4800" b="0">
                <a:solidFill>
                  <a:schemeClr val="bg1"/>
                </a:solidFill>
              </a:rPr>
              <a:t> интересную игру где пользователь сможет купить пиццу</a:t>
            </a:r>
            <a:r>
              <a:rPr lang="en-US" sz="4800" b="0">
                <a:solidFill>
                  <a:schemeClr val="bg1"/>
                </a:solidFill>
              </a:rPr>
              <a:t>, </a:t>
            </a:r>
            <a:r>
              <a:rPr lang="ru-RU" sz="4800" b="0">
                <a:solidFill>
                  <a:schemeClr val="bg1"/>
                </a:solidFill>
              </a:rPr>
              <a:t>которую сам захочет</a:t>
            </a:r>
            <a:r>
              <a:rPr lang="ru-RU" sz="4800" b="0">
                <a:solidFill>
                  <a:schemeClr val="bg1"/>
                </a:solidFill>
              </a:rPr>
              <a:t>.</a:t>
            </a:r>
            <a:endParaRPr sz="4800" b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4124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66909" y="140073"/>
            <a:ext cx="11758972" cy="3375746"/>
          </a:xfrm>
          <a:prstGeom prst="flowChartAlternateProcess">
            <a:avLst/>
          </a:prstGeom>
          <a:solidFill>
            <a:schemeClr val="accent5">
              <a:lumMod val="60000"/>
              <a:lumOff val="40000"/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ctr">
              <a:defRPr/>
            </a:pPr>
            <a:r>
              <a:rPr lang="ru-RU" sz="2400" b="1" i="0">
                <a:solidFill>
                  <a:schemeClr val="bg1"/>
                </a:solidFill>
              </a:rPr>
              <a:t>	Описание</a:t>
            </a:r>
            <a:r>
              <a:rPr lang="en-US" sz="2400" b="1" i="0">
                <a:solidFill>
                  <a:schemeClr val="bg1"/>
                </a:solidFill>
              </a:rPr>
              <a:t>:</a:t>
            </a:r>
            <a:r>
              <a:rPr lang="ru-RU" sz="2400" b="1" i="0">
                <a:solidFill>
                  <a:schemeClr val="bg1"/>
                </a:solidFill>
              </a:rPr>
              <a:t> </a:t>
            </a:r>
            <a:r>
              <a:rPr lang="ru-RU" sz="2400" b="0" i="0">
                <a:solidFill>
                  <a:schemeClr val="bg1"/>
                </a:solidFill>
              </a:rPr>
              <a:t>С</a:t>
            </a:r>
            <a:r>
              <a:rPr lang="ru-RU" sz="2400">
                <a:solidFill>
                  <a:schemeClr val="bg1"/>
                </a:solidFill>
              </a:rPr>
              <a:t>начала пользователь вводит св</a:t>
            </a:r>
            <a:r>
              <a:rPr lang="ru-RU" sz="2400">
                <a:solidFill>
                  <a:schemeClr val="bg1"/>
                </a:solidFill>
              </a:rPr>
              <a:t>ой </a:t>
            </a:r>
            <a:r>
              <a:rPr lang="en-US" sz="2400">
                <a:solidFill>
                  <a:schemeClr val="bg1"/>
                </a:solidFill>
              </a:rPr>
              <a:t>email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номер телефона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ФИО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год рождения. Если ему больше 18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то ему дают выбрать размер пиццы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а иначе она будет маленького размера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у него спрашивают рецепт с показанной ценой или дают выбрать и настроить кастомную пиццу(если выставить все ингредиенты на 0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то появится надпись</a:t>
            </a:r>
            <a:r>
              <a:rPr lang="en-US" sz="2400">
                <a:solidFill>
                  <a:schemeClr val="bg1"/>
                </a:solidFill>
              </a:rPr>
              <a:t>: </a:t>
            </a:r>
            <a:r>
              <a:rPr lang="en-US" sz="2400">
                <a:solidFill>
                  <a:schemeClr val="bg1"/>
                </a:solidFill>
              </a:rPr>
              <a:t>“</a:t>
            </a:r>
            <a:r>
              <a:rPr lang="ru-RU" sz="2400">
                <a:solidFill>
                  <a:schemeClr val="bg1"/>
                </a:solidFill>
              </a:rPr>
              <a:t>Пицца 4 хлеба</a:t>
            </a:r>
            <a:r>
              <a:rPr lang="en-US" sz="2400">
                <a:solidFill>
                  <a:schemeClr val="bg1"/>
                </a:solidFill>
              </a:rPr>
              <a:t>”</a:t>
            </a:r>
            <a:r>
              <a:rPr lang="ru-RU" sz="2400">
                <a:solidFill>
                  <a:schemeClr val="bg1"/>
                </a:solidFill>
              </a:rPr>
              <a:t>)</a:t>
            </a:r>
            <a:r>
              <a:rPr lang="en-US" sz="2400">
                <a:solidFill>
                  <a:schemeClr val="bg1"/>
                </a:solidFill>
              </a:rPr>
              <a:t>, </a:t>
            </a:r>
            <a:r>
              <a:rPr lang="ru-RU" sz="2400">
                <a:solidFill>
                  <a:schemeClr val="bg1"/>
                </a:solidFill>
              </a:rPr>
              <a:t>дальше спрашивают способ оплаты</a:t>
            </a:r>
            <a:r>
              <a:rPr lang="ru-RU" sz="2400">
                <a:solidFill>
                  <a:schemeClr val="bg1"/>
                </a:solidFill>
              </a:rPr>
              <a:t>. Если способ оплаты выбран как </a:t>
            </a:r>
            <a:r>
              <a:rPr lang="en-US" sz="2400">
                <a:solidFill>
                  <a:schemeClr val="bg1"/>
                </a:solidFill>
              </a:rPr>
              <a:t>“</a:t>
            </a:r>
            <a:r>
              <a:rPr lang="ru-RU" sz="2400">
                <a:solidFill>
                  <a:schemeClr val="bg1"/>
                </a:solidFill>
              </a:rPr>
              <a:t>наличкой</a:t>
            </a:r>
            <a:r>
              <a:rPr lang="en-US" sz="2400">
                <a:solidFill>
                  <a:schemeClr val="bg1"/>
                </a:solidFill>
              </a:rPr>
              <a:t>”, </a:t>
            </a:r>
            <a:r>
              <a:rPr lang="ru-RU" sz="2400">
                <a:solidFill>
                  <a:schemeClr val="bg1"/>
                </a:solidFill>
              </a:rPr>
              <a:t>то генерируется случайное количество денег в кармане у человека от итоговой суммы до итоговой умноженной на 2. Далее выводится чек </a:t>
            </a:r>
            <a:r>
              <a:rPr lang="ru-RU" sz="2400">
                <a:solidFill>
                  <a:schemeClr val="bg1"/>
                </a:solidFill>
              </a:rPr>
              <a:t>и программа завершается прощаясь в терминале.</a:t>
            </a:r>
            <a:endParaRPr sz="2800"/>
          </a:p>
        </p:txBody>
      </p:sp>
      <p:pic>
        <p:nvPicPr>
          <p:cNvPr id="11676060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282777" y="3705962"/>
            <a:ext cx="3999975" cy="3149739"/>
          </a:xfrm>
          <a:prstGeom prst="rect">
            <a:avLst/>
          </a:prstGeom>
        </p:spPr>
      </p:pic>
      <p:pic>
        <p:nvPicPr>
          <p:cNvPr id="135309948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189106" y="3705962"/>
            <a:ext cx="4002893" cy="3152036"/>
          </a:xfrm>
          <a:prstGeom prst="rect">
            <a:avLst/>
          </a:prstGeom>
        </p:spPr>
      </p:pic>
      <p:pic>
        <p:nvPicPr>
          <p:cNvPr id="18786804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0" y="3753970"/>
            <a:ext cx="4275501" cy="31040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59300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22249" y="244661"/>
            <a:ext cx="11747499" cy="6368676"/>
          </a:xfrm>
          <a:prstGeom prst="flowChartAlternateProcess">
            <a:avLst/>
          </a:prstGeom>
          <a:solidFill>
            <a:schemeClr val="accent4">
              <a:lumMod val="40000"/>
              <a:lumOff val="60000"/>
              <a:alpha val="49999"/>
            </a:schemeClr>
          </a:solidFill>
          <a:ln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lang="ru-RU" sz="3600" b="0" i="0">
                <a:solidFill>
                  <a:schemeClr val="bg1"/>
                </a:solidFill>
              </a:rPr>
              <a:t>	Код на </a:t>
            </a:r>
            <a:r>
              <a:rPr lang="ru-RU" sz="3600" b="0" i="0">
                <a:solidFill>
                  <a:schemeClr val="bg1"/>
                </a:solidFill>
              </a:rPr>
              <a:t>97%</a:t>
            </a:r>
            <a:r>
              <a:rPr lang="ru-RU" sz="3600" b="0" i="0">
                <a:solidFill>
                  <a:schemeClr val="bg1"/>
                </a:solidFill>
              </a:rPr>
              <a:t> (</a:t>
            </a: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примерно</a:t>
            </a:r>
            <a:r>
              <a:rPr lang="ru-RU" sz="3600" b="0" i="0">
                <a:solidFill>
                  <a:schemeClr val="bg1"/>
                </a:solidFill>
              </a:rPr>
              <a:t>) </a:t>
            </a:r>
            <a:r>
              <a:rPr lang="ru-RU" sz="3600" b="0" i="0">
                <a:solidFill>
                  <a:schemeClr val="bg1"/>
                </a:solidFill>
              </a:rPr>
              <a:t>написан</a:t>
            </a:r>
            <a:r>
              <a:rPr lang="en-US" sz="3600" b="0" i="0">
                <a:solidFill>
                  <a:schemeClr val="bg1"/>
                </a:solidFill>
              </a:rPr>
              <a:t> </a:t>
            </a:r>
            <a:r>
              <a:rPr lang="ru-RU" sz="3600" b="0" i="0">
                <a:solidFill>
                  <a:schemeClr val="bg1"/>
                </a:solidFill>
              </a:rPr>
              <a:t>мною(</a:t>
            </a:r>
            <a:r>
              <a:rPr lang="ru-RU" sz="3600" b="0" i="0">
                <a:solidFill>
                  <a:schemeClr val="bg1"/>
                </a:solidFill>
              </a:rPr>
              <a:t>я использовал интернет для поиска команд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которые я ранее не знал)</a:t>
            </a:r>
            <a:r>
              <a:rPr lang="ru-RU" sz="3600" b="0" i="0">
                <a:solidFill>
                  <a:schemeClr val="bg1"/>
                </a:solidFill>
              </a:rPr>
              <a:t>.</a:t>
            </a:r>
            <a:br>
              <a:rPr lang="ru-RU" sz="3600" b="0" i="0">
                <a:solidFill>
                  <a:schemeClr val="bg1"/>
                </a:solidFill>
              </a:rPr>
            </a:br>
            <a:r>
              <a:rPr lang="ru-RU" sz="3600" b="1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	Сторонние библиотеки</a:t>
            </a:r>
            <a:r>
              <a:rPr lang="en-US" sz="3600" b="1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“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pygame”.</a:t>
            </a:r>
            <a:br>
              <a:rPr lang="ru-RU" sz="3600" b="0" i="0">
                <a:solidFill>
                  <a:schemeClr val="bg1"/>
                </a:solidFill>
              </a:rPr>
            </a:br>
            <a:r>
              <a:rPr lang="ru-RU" sz="3600" b="1" i="0" u="none">
                <a:solidFill>
                  <a:schemeClr val="bg1"/>
                </a:solidFill>
              </a:rPr>
              <a:t>	Безопасност</a:t>
            </a:r>
            <a:r>
              <a:rPr lang="ru-RU" sz="3600" b="1" i="0" u="none">
                <a:solidFill>
                  <a:schemeClr val="bg1"/>
                </a:solidFill>
              </a:rPr>
              <a:t>ь</a:t>
            </a:r>
            <a:r>
              <a:rPr lang="en-US" sz="3600" b="1" i="0">
                <a:solidFill>
                  <a:schemeClr val="bg1"/>
                </a:solidFill>
              </a:rPr>
              <a:t>:</a:t>
            </a:r>
            <a:r>
              <a:rPr lang="en-US" sz="3600" b="1" i="0">
                <a:solidFill>
                  <a:schemeClr val="bg1"/>
                </a:solidFill>
              </a:rPr>
              <a:t> </a:t>
            </a:r>
            <a:r>
              <a:rPr lang="ru-RU" sz="3600" b="0" i="0">
                <a:solidFill>
                  <a:schemeClr val="bg1"/>
                </a:solidFill>
              </a:rPr>
              <a:t>Проверка на то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что программа запущенна от обычного пользователя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а не от </a:t>
            </a:r>
            <a:r>
              <a:rPr lang="en-US" sz="3600" b="0" i="0">
                <a:solidFill>
                  <a:schemeClr val="bg1"/>
                </a:solidFill>
              </a:rPr>
              <a:t>root </a:t>
            </a:r>
            <a:r>
              <a:rPr lang="ru-RU" sz="3600" b="0" i="0">
                <a:solidFill>
                  <a:schemeClr val="bg1"/>
                </a:solidFill>
              </a:rPr>
              <a:t>или </a:t>
            </a:r>
            <a:r>
              <a:rPr lang="en-US" sz="3600" b="0" i="0">
                <a:solidFill>
                  <a:schemeClr val="bg1"/>
                </a:solidFill>
              </a:rPr>
              <a:t>admin;</a:t>
            </a:r>
            <a:r>
              <a:rPr lang="en-US" sz="3600" b="0" i="0">
                <a:solidFill>
                  <a:schemeClr val="bg1"/>
                </a:solidFill>
              </a:rPr>
              <a:t> </a:t>
            </a:r>
            <a:r>
              <a:rPr lang="ru-RU" sz="3600" b="0" i="0">
                <a:solidFill>
                  <a:schemeClr val="bg1"/>
                </a:solidFill>
              </a:rPr>
              <a:t>Проверка на то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что файл запущен как главный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а не импортирован</a:t>
            </a:r>
            <a:r>
              <a:rPr lang="en-US" sz="3600" b="0" i="0">
                <a:solidFill>
                  <a:schemeClr val="bg1"/>
                </a:solidFill>
              </a:rPr>
              <a:t> </a:t>
            </a:r>
            <a:r>
              <a:rPr lang="ru-RU" sz="3600" b="0" i="0">
                <a:solidFill>
                  <a:schemeClr val="bg1"/>
                </a:solidFill>
              </a:rPr>
              <a:t>как библиотека</a:t>
            </a:r>
            <a:r>
              <a:rPr lang="en-US" sz="3600" b="0" i="0">
                <a:solidFill>
                  <a:schemeClr val="bg1"/>
                </a:solidFill>
              </a:rPr>
              <a:t>;</a:t>
            </a:r>
            <a:r>
              <a:rPr lang="ru-RU" sz="3600" b="0" i="0">
                <a:solidFill>
                  <a:schemeClr val="bg1"/>
                </a:solidFill>
              </a:rPr>
              <a:t> </a:t>
            </a:r>
            <a:r>
              <a:rPr lang="ru-RU" sz="3600" b="0" i="0">
                <a:solidFill>
                  <a:schemeClr val="bg1"/>
                </a:solidFill>
              </a:rPr>
              <a:t>Проверка правильности введенного </a:t>
            </a:r>
            <a:r>
              <a:rPr lang="en-US" sz="3600" b="0" i="0">
                <a:solidFill>
                  <a:schemeClr val="bg1"/>
                </a:solidFill>
              </a:rPr>
              <a:t>email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номера</a:t>
            </a:r>
            <a:r>
              <a:rPr lang="en-US" sz="3600" b="0" i="0">
                <a:solidFill>
                  <a:schemeClr val="bg1"/>
                </a:solidFill>
              </a:rPr>
              <a:t> </a:t>
            </a:r>
            <a:r>
              <a:rPr lang="ru-RU" sz="3600" b="0" i="0">
                <a:solidFill>
                  <a:schemeClr val="bg1"/>
                </a:solidFill>
              </a:rPr>
              <a:t>телефона</a:t>
            </a:r>
            <a:r>
              <a:rPr lang="en-US" sz="3600" b="0" i="0">
                <a:solidFill>
                  <a:schemeClr val="bg1"/>
                </a:solidFill>
              </a:rPr>
              <a:t>,</a:t>
            </a:r>
            <a:r>
              <a:rPr lang="ru-RU" sz="3600" b="0" i="0">
                <a:solidFill>
                  <a:schemeClr val="bg1"/>
                </a:solidFill>
              </a:rPr>
              <a:t> ФИО и т.д</a:t>
            </a:r>
            <a:r>
              <a:rPr lang="ru-RU" sz="3600" b="0" i="0">
                <a:solidFill>
                  <a:schemeClr val="bg1"/>
                </a:solidFill>
              </a:rPr>
              <a:t>.</a:t>
            </a:r>
            <a:br>
              <a:rPr lang="ru-RU" sz="3600" b="0" i="0">
                <a:solidFill>
                  <a:schemeClr val="bg1"/>
                </a:solidFill>
              </a:rPr>
            </a:br>
            <a:r>
              <a:rPr lang="ru-RU" sz="3600" b="0" i="0">
                <a:solidFill>
                  <a:schemeClr val="bg1"/>
                </a:solidFill>
              </a:rPr>
              <a:t>	Баз</a:t>
            </a:r>
            <a:r>
              <a:rPr lang="ru-RU" sz="3600" b="0" i="0">
                <a:solidFill>
                  <a:schemeClr val="bg1"/>
                </a:solidFill>
              </a:rPr>
              <a:t>а данных пользователя сохраняется в файл </a:t>
            </a:r>
            <a:r>
              <a:rPr lang="en-US" sz="3600" b="0" i="0">
                <a:solidFill>
                  <a:schemeClr val="bg1"/>
                </a:solidFill>
              </a:rPr>
              <a:t>data.json</a:t>
            </a:r>
            <a:r>
              <a:rPr lang="ru-RU" sz="3600" b="0" i="0">
                <a:solidFill>
                  <a:schemeClr val="bg1"/>
                </a:solidFill>
              </a:rPr>
              <a:t>.</a:t>
            </a:r>
            <a:r>
              <a:rPr lang="ru-RU" sz="3600" b="0" i="0">
                <a:solidFill>
                  <a:schemeClr val="bg1"/>
                </a:solidFill>
              </a:rPr>
              <a:t> При выборе кастомной пиццы</a:t>
            </a:r>
            <a:r>
              <a:rPr lang="en-US" sz="3600" b="0" i="0">
                <a:solidFill>
                  <a:schemeClr val="bg1"/>
                </a:solidFill>
              </a:rPr>
              <a:t>, </a:t>
            </a:r>
            <a:r>
              <a:rPr lang="ru-RU" sz="3600" b="0" i="0">
                <a:solidFill>
                  <a:schemeClr val="bg1"/>
                </a:solidFill>
              </a:rPr>
              <a:t>цена высчитывается в зависимости от количества продуктов.</a:t>
            </a:r>
            <a:endParaRPr sz="2800" b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62965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142691" y="1085102"/>
            <a:ext cx="4687794" cy="4687794"/>
          </a:xfrm>
          <a:prstGeom prst="roundRect">
            <a:avLst>
              <a:gd name="adj" fmla="val 16667"/>
            </a:avLst>
          </a:prstGeom>
          <a:effectLst/>
        </p:spPr>
      </p:pic>
      <p:sp>
        <p:nvSpPr>
          <p:cNvPr id="1950859184" name=""/>
          <p:cNvSpPr txBox="1"/>
          <p:nvPr/>
        </p:nvSpPr>
        <p:spPr bwMode="auto">
          <a:xfrm rot="0" flipH="0" flipV="0">
            <a:off x="510294" y="3074153"/>
            <a:ext cx="5539013" cy="709691"/>
          </a:xfrm>
          <a:prstGeom prst="roundRect">
            <a:avLst>
              <a:gd name="adj" fmla="val 16667"/>
            </a:avLst>
          </a:prstGeom>
          <a:blipFill>
            <a:blip r:embed="rId4">
              <a:alphaModFix amt="99999"/>
            </a:blip>
            <a:tile/>
          </a:blipFill>
          <a:ln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b="1">
                <a:solidFill>
                  <a:schemeClr val="bg1"/>
                </a:solidFill>
              </a:rPr>
              <a:t>Ссылка на </a:t>
            </a:r>
            <a:r>
              <a:rPr lang="en-US" b="1">
                <a:solidFill>
                  <a:schemeClr val="bg1"/>
                </a:solidFill>
              </a:rPr>
              <a:t>GITHUB</a:t>
            </a:r>
            <a:r>
              <a:rPr lang="en-US" b="1">
                <a:solidFill>
                  <a:schemeClr val="bg1"/>
                </a:solidFill>
              </a:rPr>
              <a:t>: </a:t>
            </a:r>
            <a:r>
              <a:rPr lang="en-US" sz="1800" b="1" i="0" u="sng" strike="noStrike" cap="none" spc="0">
                <a:ln>
                  <a:noFill/>
                </a:ln>
                <a:solidFill>
                  <a:schemeClr val="bg1"/>
                </a:solidFill>
                <a:latin typeface="Arial"/>
                <a:ea typeface="Arial"/>
                <a:cs typeface="Arial"/>
                <a:hlinkClick r:id="rId5" tooltip=""/>
              </a:rPr>
              <a:t>https://github.com/LeonidMehonoshin/PIZZA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ONLYOFFICE/9.0.0.172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2025-11-29T05:56:09Z</dcterms:modified>
</cp:coreProperties>
</file>