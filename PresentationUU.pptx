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6543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87662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3431874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2542398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7945537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73986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0750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475712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07203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2220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9018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25444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427DE4-3D4A-5D3F-6484-AD02A0686B1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4193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781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3265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E36F07-F1AC-4D9A-9E3F-0F00C5EEAC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095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7793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0188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AC8D85-CC30-CA56-91FF-35E212603E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22995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907725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7369914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330670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8456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511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36073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10476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7483745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1238630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85228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2488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79415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42126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79163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7574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884577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197470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14814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888877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0264372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0137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054534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906556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0544704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97255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17991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7376216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941059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3782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125038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79439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7263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0502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766918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47172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8705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34112650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213527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805568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007610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930389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32421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2508904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30705031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030104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0529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48313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5197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143610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51703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24823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08707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6740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611278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159371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61573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15265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07050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089256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264378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44422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1094928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github.com/LeonidMehonoshin/PIZZ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579055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73610" y="263338"/>
            <a:ext cx="11644779" cy="6331323"/>
          </a:xfrm>
          <a:prstGeom prst="flowChartAlternateProcess">
            <a:avLst/>
          </a:prstGeom>
          <a:solidFill>
            <a:schemeClr val="accent6">
              <a:lumMod val="40000"/>
              <a:lumOff val="60000"/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ru-RU" sz="4800" b="1" i="0">
                <a:solidFill>
                  <a:schemeClr val="bg1"/>
                </a:solidFill>
              </a:rPr>
              <a:t>Название</a:t>
            </a:r>
            <a:r>
              <a:rPr lang="en-US" sz="4800" b="1" i="0">
                <a:solidFill>
                  <a:schemeClr val="bg1"/>
                </a:solidFill>
              </a:rPr>
              <a:t> </a:t>
            </a:r>
            <a:r>
              <a:rPr lang="ru-RU" sz="4800" b="1">
                <a:solidFill>
                  <a:schemeClr val="bg1"/>
                </a:solidFill>
              </a:rPr>
              <a:t>проекта</a:t>
            </a:r>
            <a:r>
              <a:rPr lang="en-US" sz="4800" b="1">
                <a:solidFill>
                  <a:schemeClr val="bg1"/>
                </a:solidFill>
              </a:rPr>
              <a:t>:</a:t>
            </a:r>
            <a:r>
              <a:rPr lang="ru-RU" sz="4800" b="1">
                <a:solidFill>
                  <a:schemeClr val="bg1"/>
                </a:solidFill>
              </a:rPr>
              <a:t> </a:t>
            </a:r>
            <a:r>
              <a:rPr lang="en-US" sz="4800" b="0" i="0" u="none">
                <a:solidFill>
                  <a:schemeClr val="bg1"/>
                </a:solidFill>
              </a:rPr>
              <a:t>PIZZA</a:t>
            </a:r>
            <a:r>
              <a:rPr lang="ru-RU" sz="4800" b="0">
                <a:solidFill>
                  <a:schemeClr val="bg1"/>
                </a:solidFill>
              </a:rPr>
              <a:t>.</a:t>
            </a:r>
            <a:br>
              <a:rPr lang="ru-RU" sz="4800" b="0">
                <a:solidFill>
                  <a:schemeClr val="bg1"/>
                </a:solidFill>
              </a:rPr>
            </a:br>
            <a:r>
              <a:rPr lang="ru-RU" sz="4800" b="1">
                <a:solidFill>
                  <a:schemeClr val="bg1"/>
                </a:solidFill>
              </a:rPr>
              <a:t>Автор</a:t>
            </a:r>
            <a:r>
              <a:rPr lang="en-US" sz="4800" b="1">
                <a:solidFill>
                  <a:schemeClr val="bg1"/>
                </a:solidFill>
              </a:rPr>
              <a:t>: </a:t>
            </a:r>
            <a:r>
              <a:rPr lang="ru-RU" sz="4800" b="0" u="none">
                <a:solidFill>
                  <a:schemeClr val="bg1"/>
                </a:solidFill>
              </a:rPr>
              <a:t>Мехоношин Леонид</a:t>
            </a:r>
            <a:r>
              <a:rPr lang="en-US" sz="4800" b="0" u="none">
                <a:solidFill>
                  <a:schemeClr val="bg1"/>
                </a:solidFill>
              </a:rPr>
              <a:t> </a:t>
            </a:r>
            <a:r>
              <a:rPr lang="ru-RU" sz="4800" b="0" u="none">
                <a:solidFill>
                  <a:schemeClr val="bg1"/>
                </a:solidFill>
              </a:rPr>
              <a:t>Александрович (ИИ-72)</a:t>
            </a:r>
            <a:r>
              <a:rPr lang="ru-RU" sz="4800" b="0">
                <a:solidFill>
                  <a:schemeClr val="bg1"/>
                </a:solidFill>
              </a:rPr>
              <a:t>.</a:t>
            </a:r>
            <a:br>
              <a:rPr lang="en-US" sz="4800" b="0">
                <a:solidFill>
                  <a:schemeClr val="bg1"/>
                </a:solidFill>
              </a:rPr>
            </a:br>
            <a:r>
              <a:rPr lang="ru-RU" sz="4800" b="1">
                <a:solidFill>
                  <a:schemeClr val="bg1"/>
                </a:solidFill>
              </a:rPr>
              <a:t>Цель</a:t>
            </a:r>
            <a:r>
              <a:rPr lang="en-US" sz="4800" b="1">
                <a:solidFill>
                  <a:schemeClr val="bg1"/>
                </a:solidFill>
              </a:rPr>
              <a:t>: </a:t>
            </a:r>
            <a:r>
              <a:rPr lang="en-US" sz="4800" b="0">
                <a:solidFill>
                  <a:schemeClr val="bg1"/>
                </a:solidFill>
              </a:rPr>
              <a:t>C</a:t>
            </a:r>
            <a:r>
              <a:rPr lang="ru-RU" sz="4800" b="0">
                <a:solidFill>
                  <a:schemeClr val="bg1"/>
                </a:solidFill>
              </a:rPr>
              <a:t>делать простую</a:t>
            </a:r>
            <a:r>
              <a:rPr lang="en-US" sz="4800" b="0">
                <a:solidFill>
                  <a:schemeClr val="bg1"/>
                </a:solidFill>
              </a:rPr>
              <a:t>,</a:t>
            </a:r>
            <a:r>
              <a:rPr lang="ru-RU" sz="4800" b="0">
                <a:solidFill>
                  <a:schemeClr val="bg1"/>
                </a:solidFill>
              </a:rPr>
              <a:t> интересную игру где пользователь сможет купить пиццу</a:t>
            </a:r>
            <a:r>
              <a:rPr lang="en-US" sz="4800" b="0">
                <a:solidFill>
                  <a:schemeClr val="bg1"/>
                </a:solidFill>
              </a:rPr>
              <a:t>, </a:t>
            </a:r>
            <a:r>
              <a:rPr lang="ru-RU" sz="4800" b="0">
                <a:solidFill>
                  <a:schemeClr val="bg1"/>
                </a:solidFill>
              </a:rPr>
              <a:t>которую сам захочет</a:t>
            </a:r>
            <a:r>
              <a:rPr lang="ru-RU" sz="4800" b="0">
                <a:solidFill>
                  <a:schemeClr val="bg1"/>
                </a:solidFill>
              </a:rPr>
              <a:t>.</a:t>
            </a:r>
            <a:endParaRPr sz="48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4629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66909" y="140073"/>
            <a:ext cx="11758972" cy="3375746"/>
          </a:xfrm>
          <a:prstGeom prst="flowChartAlternateProcess">
            <a:avLst/>
          </a:prstGeom>
          <a:solidFill>
            <a:schemeClr val="accent5">
              <a:lumMod val="60000"/>
              <a:lumOff val="40000"/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algn="ctr">
              <a:defRPr/>
            </a:pPr>
            <a:r>
              <a:rPr lang="ru-RU" sz="2400" b="1" i="0">
                <a:solidFill>
                  <a:schemeClr val="bg1"/>
                </a:solidFill>
              </a:rPr>
              <a:t>	Описание</a:t>
            </a:r>
            <a:r>
              <a:rPr lang="en-US" sz="2400" b="1" i="0">
                <a:solidFill>
                  <a:schemeClr val="bg1"/>
                </a:solidFill>
              </a:rPr>
              <a:t>:</a:t>
            </a:r>
            <a:r>
              <a:rPr lang="ru-RU" sz="2400" b="1" i="0">
                <a:solidFill>
                  <a:schemeClr val="bg1"/>
                </a:solidFill>
              </a:rPr>
              <a:t> </a:t>
            </a:r>
            <a:r>
              <a:rPr lang="ru-RU" sz="2400" b="0" i="0">
                <a:solidFill>
                  <a:schemeClr val="bg1"/>
                </a:solidFill>
              </a:rPr>
              <a:t>С</a:t>
            </a:r>
            <a:r>
              <a:rPr lang="ru-RU" sz="2400">
                <a:solidFill>
                  <a:schemeClr val="bg1"/>
                </a:solidFill>
              </a:rPr>
              <a:t>начала пользователь вводит св</a:t>
            </a:r>
            <a:r>
              <a:rPr lang="ru-RU" sz="2400">
                <a:solidFill>
                  <a:schemeClr val="bg1"/>
                </a:solidFill>
              </a:rPr>
              <a:t>ой </a:t>
            </a:r>
            <a:r>
              <a:rPr lang="en-US" sz="2400">
                <a:solidFill>
                  <a:schemeClr val="bg1"/>
                </a:solidFill>
              </a:rPr>
              <a:t>email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номер телефона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ФИО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год рождения. Если ему больше 18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то ему дают выбрать размер пиццы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а иначе она будет маленького размера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у него спрашивают рецепт с показанной ценой или дают выбрать и настроить кастомную пиццу(если выставить все ингредиенты на 0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то появится надпись</a:t>
            </a:r>
            <a:r>
              <a:rPr lang="en-US" sz="2400">
                <a:solidFill>
                  <a:schemeClr val="bg1"/>
                </a:solidFill>
              </a:rPr>
              <a:t>: </a:t>
            </a:r>
            <a:r>
              <a:rPr lang="en-US" sz="2400">
                <a:solidFill>
                  <a:schemeClr val="bg1"/>
                </a:solidFill>
              </a:rPr>
              <a:t>“</a:t>
            </a:r>
            <a:r>
              <a:rPr lang="ru-RU" sz="2400">
                <a:solidFill>
                  <a:schemeClr val="bg1"/>
                </a:solidFill>
              </a:rPr>
              <a:t>Пицца 4 хлеба</a:t>
            </a:r>
            <a:r>
              <a:rPr lang="en-US" sz="2400">
                <a:solidFill>
                  <a:schemeClr val="bg1"/>
                </a:solidFill>
              </a:rPr>
              <a:t>”</a:t>
            </a:r>
            <a:r>
              <a:rPr lang="ru-RU" sz="2400">
                <a:solidFill>
                  <a:schemeClr val="bg1"/>
                </a:solidFill>
              </a:rPr>
              <a:t>)</a:t>
            </a:r>
            <a:r>
              <a:rPr lang="en-US" sz="2400">
                <a:solidFill>
                  <a:schemeClr val="bg1"/>
                </a:solidFill>
              </a:rPr>
              <a:t>, </a:t>
            </a:r>
            <a:r>
              <a:rPr lang="ru-RU" sz="2400">
                <a:solidFill>
                  <a:schemeClr val="bg1"/>
                </a:solidFill>
              </a:rPr>
              <a:t>дальше спрашивают способ оплаты</a:t>
            </a:r>
            <a:r>
              <a:rPr lang="ru-RU" sz="2400">
                <a:solidFill>
                  <a:schemeClr val="bg1"/>
                </a:solidFill>
              </a:rPr>
              <a:t>. Если способ оплаты выбран как </a:t>
            </a:r>
            <a:r>
              <a:rPr lang="en-US" sz="2400">
                <a:solidFill>
                  <a:schemeClr val="bg1"/>
                </a:solidFill>
              </a:rPr>
              <a:t>“</a:t>
            </a:r>
            <a:r>
              <a:rPr lang="ru-RU" sz="2400">
                <a:solidFill>
                  <a:schemeClr val="bg1"/>
                </a:solidFill>
              </a:rPr>
              <a:t>наличкой</a:t>
            </a:r>
            <a:r>
              <a:rPr lang="en-US" sz="2400">
                <a:solidFill>
                  <a:schemeClr val="bg1"/>
                </a:solidFill>
              </a:rPr>
              <a:t>”, </a:t>
            </a:r>
            <a:r>
              <a:rPr lang="ru-RU" sz="2400">
                <a:solidFill>
                  <a:schemeClr val="bg1"/>
                </a:solidFill>
              </a:rPr>
              <a:t>то генерируется случайное количество денег в кармане у человека от итоговой суммы до итоговой умноженной на 2. Далее выводится чек </a:t>
            </a:r>
            <a:r>
              <a:rPr lang="ru-RU" sz="2400">
                <a:solidFill>
                  <a:schemeClr val="bg1"/>
                </a:solidFill>
              </a:rPr>
              <a:t>и программа завершается прощаясь в терминале.</a:t>
            </a:r>
            <a:endParaRPr sz="2800"/>
          </a:p>
        </p:txBody>
      </p:sp>
      <p:pic>
        <p:nvPicPr>
          <p:cNvPr id="6489831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91102" y="3565082"/>
            <a:ext cx="3999975" cy="3149739"/>
          </a:xfrm>
          <a:prstGeom prst="rect">
            <a:avLst/>
          </a:prstGeom>
        </p:spPr>
      </p:pic>
      <p:pic>
        <p:nvPicPr>
          <p:cNvPr id="16843214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527" y="3589081"/>
            <a:ext cx="4045590" cy="3062501"/>
          </a:xfrm>
          <a:prstGeom prst="rect">
            <a:avLst/>
          </a:prstGeom>
        </p:spPr>
      </p:pic>
      <p:pic>
        <p:nvPicPr>
          <p:cNvPr id="5874308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022499" y="3515819"/>
            <a:ext cx="4137710" cy="32581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23828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222249" y="244661"/>
            <a:ext cx="11747499" cy="6368676"/>
          </a:xfrm>
          <a:prstGeom prst="flowChartAlternateProcess">
            <a:avLst/>
          </a:prstGeom>
          <a:solidFill>
            <a:schemeClr val="accent4">
              <a:lumMod val="40000"/>
              <a:lumOff val="60000"/>
              <a:alpha val="49999"/>
            </a:schemeClr>
          </a:solidFill>
          <a:ln/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ru-RU" sz="3600" b="0" i="0">
                <a:solidFill>
                  <a:schemeClr val="bg1"/>
                </a:solidFill>
              </a:rPr>
              <a:t>	Код на </a:t>
            </a:r>
            <a:r>
              <a:rPr lang="ru-RU" sz="3600" b="0" i="0">
                <a:solidFill>
                  <a:schemeClr val="bg1"/>
                </a:solidFill>
              </a:rPr>
              <a:t>97%</a:t>
            </a:r>
            <a:r>
              <a:rPr lang="ru-RU" sz="3600" b="0" i="0">
                <a:solidFill>
                  <a:schemeClr val="bg1"/>
                </a:solidFill>
              </a:rPr>
              <a:t> (</a:t>
            </a:r>
            <a:r>
              <a:rPr lang="ru-RU" sz="36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примерно</a:t>
            </a:r>
            <a:r>
              <a:rPr lang="ru-RU" sz="3600" b="0" i="0">
                <a:solidFill>
                  <a:schemeClr val="bg1"/>
                </a:solidFill>
              </a:rPr>
              <a:t>) </a:t>
            </a:r>
            <a:r>
              <a:rPr lang="ru-RU" sz="3600" b="0" i="0">
                <a:solidFill>
                  <a:schemeClr val="bg1"/>
                </a:solidFill>
              </a:rPr>
              <a:t>написан</a:t>
            </a:r>
            <a:r>
              <a:rPr lang="en-US" sz="3600" b="0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мною(</a:t>
            </a:r>
            <a:r>
              <a:rPr lang="ru-RU" sz="3600" b="0" i="0">
                <a:solidFill>
                  <a:schemeClr val="bg1"/>
                </a:solidFill>
              </a:rPr>
              <a:t>я использовал интернет для поиска команд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которые я ранее не знал)</a:t>
            </a:r>
            <a:r>
              <a:rPr lang="ru-RU" sz="3600" b="0" i="0">
                <a:solidFill>
                  <a:schemeClr val="bg1"/>
                </a:solidFill>
              </a:rPr>
              <a:t>.</a:t>
            </a:r>
            <a:br>
              <a:rPr lang="ru-RU" sz="3600" b="0" i="0">
                <a:solidFill>
                  <a:schemeClr val="bg1"/>
                </a:solidFill>
              </a:rPr>
            </a:br>
            <a:r>
              <a:rPr lang="ru-RU" sz="36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	Сторонние библиотеки</a:t>
            </a:r>
            <a:r>
              <a:rPr lang="en-US" sz="3600" b="1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“</a:t>
            </a:r>
            <a:r>
              <a:rPr lang="en-US" sz="3600" b="0" i="0" u="none" strike="noStrike" cap="none" spc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pygame”.</a:t>
            </a:r>
            <a:br>
              <a:rPr lang="ru-RU" sz="3600" b="0" i="0">
                <a:solidFill>
                  <a:schemeClr val="bg1"/>
                </a:solidFill>
              </a:rPr>
            </a:br>
            <a:r>
              <a:rPr lang="ru-RU" sz="3600" b="1" i="0" u="none">
                <a:solidFill>
                  <a:schemeClr val="bg1"/>
                </a:solidFill>
              </a:rPr>
              <a:t>	Безопасност</a:t>
            </a:r>
            <a:r>
              <a:rPr lang="ru-RU" sz="3600" b="1" i="0" u="none">
                <a:solidFill>
                  <a:schemeClr val="bg1"/>
                </a:solidFill>
              </a:rPr>
              <a:t>ь</a:t>
            </a:r>
            <a:r>
              <a:rPr lang="en-US" sz="3600" b="1" i="0">
                <a:solidFill>
                  <a:schemeClr val="bg1"/>
                </a:solidFill>
              </a:rPr>
              <a:t>:</a:t>
            </a:r>
            <a:r>
              <a:rPr lang="en-US" sz="3600" b="1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Проверка на то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что программа запущенна от обычного пользователя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а не от </a:t>
            </a:r>
            <a:r>
              <a:rPr lang="en-US" sz="3600" b="0" i="0">
                <a:solidFill>
                  <a:schemeClr val="bg1"/>
                </a:solidFill>
              </a:rPr>
              <a:t>root </a:t>
            </a:r>
            <a:r>
              <a:rPr lang="ru-RU" sz="3600" b="0" i="0">
                <a:solidFill>
                  <a:schemeClr val="bg1"/>
                </a:solidFill>
              </a:rPr>
              <a:t>или </a:t>
            </a:r>
            <a:r>
              <a:rPr lang="en-US" sz="3600" b="0" i="0">
                <a:solidFill>
                  <a:schemeClr val="bg1"/>
                </a:solidFill>
              </a:rPr>
              <a:t>admin;</a:t>
            </a:r>
            <a:r>
              <a:rPr lang="en-US" sz="3600" b="0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Проверка на то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что файл запущен как главный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а не импортирован</a:t>
            </a:r>
            <a:r>
              <a:rPr lang="en-US" sz="3600" b="0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как библиотека</a:t>
            </a:r>
            <a:r>
              <a:rPr lang="en-US" sz="3600" b="0" i="0">
                <a:solidFill>
                  <a:schemeClr val="bg1"/>
                </a:solidFill>
              </a:rPr>
              <a:t>;</a:t>
            </a:r>
            <a:r>
              <a:rPr lang="ru-RU" sz="3600" b="0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Проверка правильности введенного </a:t>
            </a:r>
            <a:r>
              <a:rPr lang="en-US" sz="3600" b="0" i="0">
                <a:solidFill>
                  <a:schemeClr val="bg1"/>
                </a:solidFill>
              </a:rPr>
              <a:t>email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номера</a:t>
            </a:r>
            <a:r>
              <a:rPr lang="en-US" sz="3600" b="0" i="0">
                <a:solidFill>
                  <a:schemeClr val="bg1"/>
                </a:solidFill>
              </a:rPr>
              <a:t> </a:t>
            </a:r>
            <a:r>
              <a:rPr lang="ru-RU" sz="3600" b="0" i="0">
                <a:solidFill>
                  <a:schemeClr val="bg1"/>
                </a:solidFill>
              </a:rPr>
              <a:t>телефона</a:t>
            </a:r>
            <a:r>
              <a:rPr lang="en-US" sz="3600" b="0" i="0">
                <a:solidFill>
                  <a:schemeClr val="bg1"/>
                </a:solidFill>
              </a:rPr>
              <a:t>,</a:t>
            </a:r>
            <a:r>
              <a:rPr lang="ru-RU" sz="3600" b="0" i="0">
                <a:solidFill>
                  <a:schemeClr val="bg1"/>
                </a:solidFill>
              </a:rPr>
              <a:t> ФИО и т.д</a:t>
            </a:r>
            <a:r>
              <a:rPr lang="ru-RU" sz="3600" b="0" i="0">
                <a:solidFill>
                  <a:schemeClr val="bg1"/>
                </a:solidFill>
              </a:rPr>
              <a:t>.</a:t>
            </a:r>
            <a:br>
              <a:rPr lang="ru-RU" sz="3600" b="0" i="0">
                <a:solidFill>
                  <a:schemeClr val="bg1"/>
                </a:solidFill>
              </a:rPr>
            </a:br>
            <a:r>
              <a:rPr lang="ru-RU" sz="3600" b="0" i="0">
                <a:solidFill>
                  <a:schemeClr val="bg1"/>
                </a:solidFill>
              </a:rPr>
              <a:t>	Баз</a:t>
            </a:r>
            <a:r>
              <a:rPr lang="ru-RU" sz="3600" b="0" i="0">
                <a:solidFill>
                  <a:schemeClr val="bg1"/>
                </a:solidFill>
              </a:rPr>
              <a:t>ы данных нет.</a:t>
            </a:r>
            <a:r>
              <a:rPr lang="ru-RU" sz="3600" b="0" i="0">
                <a:solidFill>
                  <a:schemeClr val="bg1"/>
                </a:solidFill>
              </a:rPr>
              <a:t> При выборе кастомной пиццы</a:t>
            </a:r>
            <a:r>
              <a:rPr lang="en-US" sz="3600" b="0" i="0">
                <a:solidFill>
                  <a:schemeClr val="bg1"/>
                </a:solidFill>
              </a:rPr>
              <a:t>, </a:t>
            </a:r>
            <a:r>
              <a:rPr lang="ru-RU" sz="3600" b="0" i="0">
                <a:solidFill>
                  <a:schemeClr val="bg1"/>
                </a:solidFill>
              </a:rPr>
              <a:t>цена высчитывается в зависимости от количества продуктов.</a:t>
            </a:r>
            <a:endParaRPr sz="2800" b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587476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142691" y="1085102"/>
            <a:ext cx="4687794" cy="4687794"/>
          </a:xfrm>
          <a:prstGeom prst="roundRect">
            <a:avLst>
              <a:gd name="adj" fmla="val 16667"/>
            </a:avLst>
          </a:prstGeom>
          <a:effectLst/>
        </p:spPr>
      </p:pic>
      <p:sp>
        <p:nvSpPr>
          <p:cNvPr id="1393779115" name=""/>
          <p:cNvSpPr txBox="1"/>
          <p:nvPr/>
        </p:nvSpPr>
        <p:spPr bwMode="auto">
          <a:xfrm rot="0" flipH="0" flipV="0">
            <a:off x="510294" y="3074153"/>
            <a:ext cx="5539013" cy="709692"/>
          </a:xfrm>
          <a:prstGeom prst="roundRect">
            <a:avLst>
              <a:gd name="adj" fmla="val 16667"/>
            </a:avLst>
          </a:prstGeom>
          <a:blipFill>
            <a:blip r:embed="rId4">
              <a:alphaModFix amt="99999"/>
            </a:blip>
            <a:tile/>
          </a:blipFill>
          <a:ln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b="1">
                <a:solidFill>
                  <a:schemeClr val="bg1"/>
                </a:solidFill>
              </a:rPr>
              <a:t>Ссылка на </a:t>
            </a:r>
            <a:r>
              <a:rPr lang="en-US" b="1">
                <a:solidFill>
                  <a:schemeClr val="bg1"/>
                </a:solidFill>
              </a:rPr>
              <a:t>GITHUB</a:t>
            </a:r>
            <a:r>
              <a:rPr lang="en-US" b="1">
                <a:solidFill>
                  <a:schemeClr val="bg1"/>
                </a:solidFill>
              </a:rPr>
              <a:t>: </a:t>
            </a:r>
            <a:r>
              <a:rPr lang="en-US" sz="1800" b="1" i="0" u="sng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  <a:hlinkClick r:id="rId5" tooltip=""/>
              </a:rPr>
              <a:t>https://github.com/LeonidMehonoshin/PIZZA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ONLYOFFICE/9.0.0.172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8</cp:revision>
  <dcterms:modified xsi:type="dcterms:W3CDTF">2025-11-28T19:34:22Z</dcterms:modified>
</cp:coreProperties>
</file>